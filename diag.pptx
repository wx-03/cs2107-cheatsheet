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F7ED5-BE77-4BA0-8DB0-8D9E14470777}" v="4" dt="2025-11-26T12:22:59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 Xi Tng" userId="97c53e47ac733171" providerId="LiveId" clId="{293B4424-0324-4E76-8ED8-8484F40919C5}"/>
    <pc:docChg chg="undo custSel addSld modSld">
      <pc:chgData name="Wen Xi Tng" userId="97c53e47ac733171" providerId="LiveId" clId="{293B4424-0324-4E76-8ED8-8484F40919C5}" dt="2025-11-26T12:24:23.535" v="187" actId="1035"/>
      <pc:docMkLst>
        <pc:docMk/>
      </pc:docMkLst>
      <pc:sldChg chg="addSp delSp modSp new mod modClrScheme chgLayout">
        <pc:chgData name="Wen Xi Tng" userId="97c53e47ac733171" providerId="LiveId" clId="{293B4424-0324-4E76-8ED8-8484F40919C5}" dt="2025-11-26T12:24:23.535" v="187" actId="1035"/>
        <pc:sldMkLst>
          <pc:docMk/>
          <pc:sldMk cId="295472598" sldId="256"/>
        </pc:sldMkLst>
        <pc:spChg chg="del">
          <ac:chgData name="Wen Xi Tng" userId="97c53e47ac733171" providerId="LiveId" clId="{293B4424-0324-4E76-8ED8-8484F40919C5}" dt="2025-11-26T12:16:18.630" v="1" actId="700"/>
          <ac:spMkLst>
            <pc:docMk/>
            <pc:sldMk cId="295472598" sldId="256"/>
            <ac:spMk id="2" creationId="{836979FA-B65C-155C-8153-1C3CF2F3143A}"/>
          </ac:spMkLst>
        </pc:spChg>
        <pc:spChg chg="del">
          <ac:chgData name="Wen Xi Tng" userId="97c53e47ac733171" providerId="LiveId" clId="{293B4424-0324-4E76-8ED8-8484F40919C5}" dt="2025-11-26T12:16:18.630" v="1" actId="700"/>
          <ac:spMkLst>
            <pc:docMk/>
            <pc:sldMk cId="295472598" sldId="256"/>
            <ac:spMk id="3" creationId="{EFC3BB69-DCBD-5E49-44A6-B413E1362812}"/>
          </ac:spMkLst>
        </pc:spChg>
        <pc:spChg chg="add mod">
          <ac:chgData name="Wen Xi Tng" userId="97c53e47ac733171" providerId="LiveId" clId="{293B4424-0324-4E76-8ED8-8484F40919C5}" dt="2025-11-26T12:22:12.522" v="114" actId="20577"/>
          <ac:spMkLst>
            <pc:docMk/>
            <pc:sldMk cId="295472598" sldId="256"/>
            <ac:spMk id="7" creationId="{BCC80351-F2B5-CA7F-0888-68466FD3B438}"/>
          </ac:spMkLst>
        </pc:spChg>
        <pc:spChg chg="add mod">
          <ac:chgData name="Wen Xi Tng" userId="97c53e47ac733171" providerId="LiveId" clId="{293B4424-0324-4E76-8ED8-8484F40919C5}" dt="2025-11-26T12:22:36.004" v="136" actId="1035"/>
          <ac:spMkLst>
            <pc:docMk/>
            <pc:sldMk cId="295472598" sldId="256"/>
            <ac:spMk id="10" creationId="{26966270-A141-C3A1-0E51-0CDC6B47E159}"/>
          </ac:spMkLst>
        </pc:spChg>
        <pc:spChg chg="add mod">
          <ac:chgData name="Wen Xi Tng" userId="97c53e47ac733171" providerId="LiveId" clId="{293B4424-0324-4E76-8ED8-8484F40919C5}" dt="2025-11-26T12:24:23.535" v="187" actId="1035"/>
          <ac:spMkLst>
            <pc:docMk/>
            <pc:sldMk cId="295472598" sldId="256"/>
            <ac:spMk id="14" creationId="{7FE4BCDE-F0D8-9393-95C4-25087BE39342}"/>
          </ac:spMkLst>
        </pc:spChg>
        <pc:graphicFrameChg chg="add mod modGraphic">
          <ac:chgData name="Wen Xi Tng" userId="97c53e47ac733171" providerId="LiveId" clId="{293B4424-0324-4E76-8ED8-8484F40919C5}" dt="2025-11-26T12:20:43.694" v="88" actId="20577"/>
          <ac:graphicFrameMkLst>
            <pc:docMk/>
            <pc:sldMk cId="295472598" sldId="256"/>
            <ac:graphicFrameMk id="4" creationId="{3C70A622-955B-2A07-31CE-48713C722274}"/>
          </ac:graphicFrameMkLst>
        </pc:graphicFrameChg>
        <pc:cxnChg chg="add">
          <ac:chgData name="Wen Xi Tng" userId="97c53e47ac733171" providerId="LiveId" clId="{293B4424-0324-4E76-8ED8-8484F40919C5}" dt="2025-11-26T12:21:13.820" v="89" actId="11529"/>
          <ac:cxnSpMkLst>
            <pc:docMk/>
            <pc:sldMk cId="295472598" sldId="256"/>
            <ac:cxnSpMk id="6" creationId="{855CCEE4-F271-A223-5C74-102E40986192}"/>
          </ac:cxnSpMkLst>
        </pc:cxnChg>
        <pc:cxnChg chg="add mod">
          <ac:chgData name="Wen Xi Tng" userId="97c53e47ac733171" providerId="LiveId" clId="{293B4424-0324-4E76-8ED8-8484F40919C5}" dt="2025-11-26T12:22:36.004" v="136" actId="1035"/>
          <ac:cxnSpMkLst>
            <pc:docMk/>
            <pc:sldMk cId="295472598" sldId="256"/>
            <ac:cxnSpMk id="9" creationId="{87B81B90-8E80-6362-94BD-68C7C393EF53}"/>
          </ac:cxnSpMkLst>
        </pc:cxnChg>
        <pc:cxnChg chg="add mod">
          <ac:chgData name="Wen Xi Tng" userId="97c53e47ac733171" providerId="LiveId" clId="{293B4424-0324-4E76-8ED8-8484F40919C5}" dt="2025-11-26T12:22:57.090" v="139" actId="14100"/>
          <ac:cxnSpMkLst>
            <pc:docMk/>
            <pc:sldMk cId="295472598" sldId="256"/>
            <ac:cxnSpMk id="12" creationId="{610E585B-FF2E-845A-0ABC-D435C90EDB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17F79-D2AA-60DA-4C50-7AB9F92B9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AFF76-4017-6BD2-1678-AA66656F9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5E8D-D3F5-141C-339F-4DF2365B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DE7B0-C43A-1E28-8ABD-9EF72E800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2C65F-1BD6-62A4-273D-DB970645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942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7D25D-226A-B337-E9C1-CCBDAB9A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1405D-EE8F-C43F-2204-48FBA4BEF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FD184-3B9A-E202-6189-70E3A7409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011C0-C622-F492-A00F-AF157455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F39F-E34A-EFCF-E812-5954DF5C5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208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6B89C-809B-663B-36F3-AC1D5EDFE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5B5A1-0E40-44F8-FCC6-D3784B9D9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7AF68-398F-BD93-49CB-88DDC1A2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DE846-3243-8B00-2EAE-A06AB2E9A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E31EA-C2B3-2009-0E21-1F96DADE2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833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A2C-1770-2169-AC20-D549F45B5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120E2-B2E4-A91C-991B-11C9C0319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68D52-D2AB-8218-463B-E89C23253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B012D-66FD-CC16-BABD-FFC39F36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AC01F-E38A-13EF-E3CD-5141C90C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503CF-18E8-B592-5552-485993B5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948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51AC-6C08-B056-AFBF-FC24507AA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B2FF5-43E4-F806-DD61-D6C76F9BE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296AE-27E7-1044-9331-4F4EDF294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BF88EF-BCFB-7089-B080-06D459A1D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F7DE8F-0342-0C94-3749-811928925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84689D-5227-C9DB-E695-56F9B412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FAE819-7EAE-19DE-B8F5-67584A3B3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757D5-91EB-7284-660F-4DDAA1D4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7066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313EA-9414-3CA4-FBB7-1213D7AD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BFB6B-E2F0-459A-32F3-D2B251DE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02F47-8103-928B-3DD4-388D0871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93F69B-FB4C-F365-EE54-DC6746353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5215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5949D-5DBA-EEE5-B96A-AFE9CAA1C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68169-5070-A811-212D-FF134F4E1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F3785-1D34-93E7-5D8D-0B1C4AB7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3278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DD342-223E-48A4-F2F9-24E1EE208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8D951-B76A-3044-8385-3E37B57FE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D4BF6-CD48-FAC3-16C2-4924286DE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D10E-98CC-C8C2-5BA1-431B9D662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B7E00-1AEE-5F11-4045-087EAE7AD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5CEFD-ABDF-97CB-38E0-3FFE68DC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41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A101-CD5F-1674-93EC-AA5D7CA5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0D873-EA72-907D-F0C2-4B6934C7B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EAD39-3F28-985C-930F-3E28C5D5E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322B-849F-265F-BA68-11A26A69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86F58-69D1-0C5D-5F28-A9DE8F98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95897-A249-104E-B82C-96BD43585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357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5D1F-5561-169E-D668-16A5218B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FA1FC-F1A9-D20F-F52A-B703363E3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A39D3-DDCC-6E94-9377-50C6D59D6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0EBF3-55AB-29ED-CFDA-4A02CB1B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5622F-8D5A-E656-4A4F-96B839261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1463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5E62A-DDE1-57CB-DF55-9B43D250E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6BCE0-1E9C-51C6-5275-4F2907C8E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09F73-84C1-3E30-A1B3-3990DE05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0B3A4-3D4F-EB7F-D6F0-3B3544E4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38D9-7355-E26C-4DF4-1E2DFD2C9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147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74B57C-634D-10ED-A8D9-F0433D743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34BAC-2561-D407-4F72-573DCEEAF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637BE-905A-73CF-2067-E2E7ADC23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E83FE-6C71-43D6-86A3-A641CC8F3845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64BFE-97F6-EBF8-1CFE-8479D029F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7C11E-12D9-919E-D94A-5793D3FA0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84868-26A0-4BCB-A907-7D332829D9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9013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70A622-955B-2A07-31CE-48713C722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902641"/>
              </p:ext>
            </p:extLst>
          </p:nvPr>
        </p:nvGraphicFramePr>
        <p:xfrm>
          <a:off x="1756871" y="3171553"/>
          <a:ext cx="812800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919389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3787931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8499804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366385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8193511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672792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39131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1400"/>
                        <a:t>Source 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/>
                        <a:t>Dest 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/>
                        <a:t>Source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/>
                        <a:t>Dest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/>
                        <a:t>Source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/>
                        <a:t>Dest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/>
                        <a:t>App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421831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5CCEE4-F271-A223-5C74-102E40986192}"/>
              </a:ext>
            </a:extLst>
          </p:cNvPr>
          <p:cNvCxnSpPr/>
          <p:nvPr/>
        </p:nvCxnSpPr>
        <p:spPr>
          <a:xfrm>
            <a:off x="8723214" y="3026421"/>
            <a:ext cx="11616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C80351-F2B5-CA7F-0888-68466FD3B438}"/>
              </a:ext>
            </a:extLst>
          </p:cNvPr>
          <p:cNvSpPr txBox="1"/>
          <p:nvPr/>
        </p:nvSpPr>
        <p:spPr>
          <a:xfrm>
            <a:off x="8551484" y="2710552"/>
            <a:ext cx="1505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SSL / TLS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B81B90-8E80-6362-94BD-68C7C393EF53}"/>
              </a:ext>
            </a:extLst>
          </p:cNvPr>
          <p:cNvCxnSpPr>
            <a:cxnSpLocks/>
          </p:cNvCxnSpPr>
          <p:nvPr/>
        </p:nvCxnSpPr>
        <p:spPr>
          <a:xfrm>
            <a:off x="6433168" y="2718923"/>
            <a:ext cx="34517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966270-A141-C3A1-0E51-0CDC6B47E159}"/>
              </a:ext>
            </a:extLst>
          </p:cNvPr>
          <p:cNvSpPr txBox="1"/>
          <p:nvPr/>
        </p:nvSpPr>
        <p:spPr>
          <a:xfrm>
            <a:off x="7374093" y="2411146"/>
            <a:ext cx="1505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IPSec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0E585B-FF2E-845A-0ABC-D435C90EDB0C}"/>
              </a:ext>
            </a:extLst>
          </p:cNvPr>
          <p:cNvCxnSpPr>
            <a:cxnSpLocks/>
          </p:cNvCxnSpPr>
          <p:nvPr/>
        </p:nvCxnSpPr>
        <p:spPr>
          <a:xfrm>
            <a:off x="4070294" y="3793815"/>
            <a:ext cx="58145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FE4BCDE-F0D8-9393-95C4-25087BE39342}"/>
              </a:ext>
            </a:extLst>
          </p:cNvPr>
          <p:cNvSpPr txBox="1"/>
          <p:nvPr/>
        </p:nvSpPr>
        <p:spPr>
          <a:xfrm>
            <a:off x="5173508" y="3808765"/>
            <a:ext cx="3460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WPA2 / VPN (but VPN adds IP header)</a:t>
            </a:r>
          </a:p>
        </p:txBody>
      </p:sp>
    </p:spTree>
    <p:extLst>
      <p:ext uri="{BB962C8B-B14F-4D97-AF65-F5344CB8AC3E}">
        <p14:creationId xmlns:p14="http://schemas.microsoft.com/office/powerpoint/2010/main" val="295472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 Xi Tng</dc:creator>
  <cp:lastModifiedBy>Wen Xi Tng</cp:lastModifiedBy>
  <cp:revision>1</cp:revision>
  <dcterms:created xsi:type="dcterms:W3CDTF">2025-11-26T12:16:11Z</dcterms:created>
  <dcterms:modified xsi:type="dcterms:W3CDTF">2025-11-26T12:24:26Z</dcterms:modified>
</cp:coreProperties>
</file>